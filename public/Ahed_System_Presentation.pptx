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مراقب الأصول التقنية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Asset Monitor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التقنيات المستخدمة (Tech Stack)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 بناء النظام بأسس هندسية حديثة لضمان الاستقرار:</a:t>
            </a:r>
            <a:endParaRPr lang="en-US" sz="2200" dirty="0"/>
          </a:p>
          <a:p>
            <a:pPr algn="r" marL="342900" indent="-342900">
              <a:lnSpc>
                <a:spcPts val="3500"/>
              </a:lnSpc>
              <a:buSzPct val="100000"/>
              <a:buChar char="•"/>
            </a:pPr>
            <a:endParaRPr lang="en-US" sz="2200" dirty="0"/>
          </a:p>
          <a:p>
            <a:pPr algn="r"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الخادم (Backend): Node.js مع Express.js لضمان السرعة العالية.</a:t>
            </a:r>
            <a:endParaRPr lang="en-US" sz="2200" dirty="0"/>
          </a:p>
          <a:p>
            <a:pPr algn="r"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قاعدة البيانات: SQLite وهي قاعدة مدمجة لا تحتاج لخوادم، والبيانات محلياً.</a:t>
            </a:r>
            <a:endParaRPr lang="en-US" sz="2200" dirty="0"/>
          </a:p>
          <a:p>
            <a:pPr algn="r"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الواجهة الأمامية: HTML, CSS, JS بتصميم زجاجي عصري 2026.</a:t>
            </a:r>
            <a:endParaRPr lang="en-US" sz="2200" dirty="0"/>
          </a:p>
          <a:p>
            <a:pPr algn="r"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التشفير والحماية: استخدام JWT و PBKDF2 لحماية كلمات المرور.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الميزات الإدارية والتشغيلية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إدارة الصلاحيات: فصل تام بين مدير النظام والمستخدم العادي.</a:t>
            </a:r>
            <a:endParaRPr lang="en-US" sz="2200" dirty="0"/>
          </a:p>
          <a:p>
            <a:pPr algn="r" marL="342900" indent="-342900">
              <a:lnSpc>
                <a:spcPts val="3000"/>
              </a:lnSpc>
              <a:buSzPct val="100000"/>
              <a:buChar char="•"/>
            </a:pPr>
            <a:endParaRPr lang="en-US" sz="2200" dirty="0"/>
          </a:p>
          <a:p>
            <a:pPr algn="r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التحديث اللحظي (Real-time): التعديلات تظهر فوراً للجميع بدون تحديث للصفحة.</a:t>
            </a:r>
            <a:endParaRPr lang="en-US" sz="2200" dirty="0"/>
          </a:p>
          <a:p>
            <a:pPr algn="r" marL="342900" indent="-342900">
              <a:lnSpc>
                <a:spcPts val="3000"/>
              </a:lnSpc>
              <a:buSzPct val="100000"/>
              <a:buChar char="•"/>
            </a:pPr>
            <a:endParaRPr lang="en-US" sz="2200" dirty="0"/>
          </a:p>
          <a:p>
            <a:pPr algn="r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المرونة العالية: إمكانية إضافة حقول وأعمدة جديدة بكل سهولة بدون مبرمج.</a:t>
            </a:r>
            <a:endParaRPr lang="en-US" sz="2200" dirty="0"/>
          </a:p>
          <a:p>
            <a:pPr algn="r" marL="342900" indent="-342900">
              <a:lnSpc>
                <a:spcPts val="3000"/>
              </a:lnSpc>
              <a:buSzPct val="100000"/>
              <a:buChar char="•"/>
            </a:pPr>
            <a:endParaRPr lang="en-US" sz="2200" dirty="0"/>
          </a:p>
          <a:p>
            <a:pPr algn="r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التكامل مع Excel: سحب كافة البيانات وتصديرها بضغطة زر.</a:t>
            </a:r>
            <a:endParaRPr lang="en-US" sz="2200" dirty="0"/>
          </a:p>
          <a:p>
            <a:pPr algn="r" marL="342900" indent="-342900">
              <a:lnSpc>
                <a:spcPts val="3000"/>
              </a:lnSpc>
              <a:buSzPct val="100000"/>
              <a:buChar char="•"/>
            </a:pPr>
            <a:endParaRPr lang="en-US" sz="2200" dirty="0"/>
          </a:p>
          <a:p>
            <a:pPr algn="r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الرسوم البيانية: مؤشرات أداء حية توضح نسبة الأجهزة السليمة للمعطلة.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خصوصية البيانات والتشغيل الداخلي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لا حاجة للإنترنت: المنظومة تعمل بنسبة 100% داخل شبكة الشركة الداخلية.</a:t>
            </a:r>
            <a:endParaRPr lang="en-US" sz="2200" dirty="0"/>
          </a:p>
          <a:p>
            <a:pPr algn="r" marL="342900" indent="-342900">
              <a:lnSpc>
                <a:spcPts val="3500"/>
              </a:lnSpc>
              <a:buSzPct val="100000"/>
              <a:buChar char="•"/>
            </a:pPr>
            <a:endParaRPr lang="en-US" sz="2200" dirty="0"/>
          </a:p>
          <a:p>
            <a:pPr algn="r"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سيادة البيانات: قاعدة البيانات موجودة على سيرفر الشركة ولا تخرج للإنترنت.</a:t>
            </a:r>
            <a:endParaRPr lang="en-US" sz="2200" dirty="0"/>
          </a:p>
          <a:p>
            <a:pPr algn="r" marL="342900" indent="-342900">
              <a:lnSpc>
                <a:spcPts val="3500"/>
              </a:lnSpc>
              <a:buSzPct val="100000"/>
              <a:buChar char="•"/>
            </a:pPr>
            <a:endParaRPr lang="en-US" sz="2200" dirty="0"/>
          </a:p>
          <a:p>
            <a:pPr algn="r"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الاستغناء عن GitHub: يتم نقل ملفات المشروع للسيرفر مباشرة وتعمل بشكل مستقل.</a:t>
            </a:r>
            <a:endParaRPr lang="en-US" sz="2200" dirty="0"/>
          </a:p>
          <a:p>
            <a:pPr algn="r" marL="342900" indent="-342900">
              <a:lnSpc>
                <a:spcPts val="3500"/>
              </a:lnSpc>
              <a:buSzPct val="100000"/>
              <a:buChar char="•"/>
            </a:pPr>
            <a:endParaRPr lang="en-US" sz="2200" dirty="0"/>
          </a:p>
          <a:p>
            <a:pPr algn="r"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سهولة الدخول: يمكن لأي موظف الدخول بكتابة الـ IP الخاص بالسيرفر في المتصفح.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 لكم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2026-07-05T16:21:22Z</dcterms:created>
  <dcterms:modified xsi:type="dcterms:W3CDTF">2026-07-05T16:21:22Z</dcterms:modified>
</cp:coreProperties>
</file>